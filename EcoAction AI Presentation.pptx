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AF625B-0F1A-4E00-85A2-CCC86280982D}">
  <a:tblStyle styleId="{C8AF625B-0F1A-4E00-85A2-CCC8628098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2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130754" y="2500312"/>
            <a:ext cx="393049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EcoAction AI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3786187"/>
            <a:ext cx="762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95575" y="4062412"/>
            <a:ext cx="68008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Intelligent Climate Action Planning &amp; ESG Analytics for Modern Enterprises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4E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657475"/>
            <a:ext cx="7620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95612" y="2933700"/>
            <a:ext cx="620077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ESG Compliance Gap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848100"/>
            <a:ext cx="76200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Why traditional sustainability reporting falls short in a climate-critical corporate regulatory era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57250" y="246343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52500" y="2461766"/>
            <a:ext cx="4905375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Accelerating Regulations: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Statutory frameworks worldwide are introducing mandatory climate risk disclosures (e.g. TCFD, AASB S2).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33050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328838"/>
            <a:ext cx="4905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SME &amp; Enterprise Struggle: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Companies struggle to measure footprints accurately and define pragmatic reduction metrics.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946653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3944987"/>
            <a:ext cx="4905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Opportunities: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Committing to emission reduction is proven to decrease overhead and build grid resilience.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4562802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561135"/>
            <a:ext cx="4905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EcoAction AI's Role: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Bridging the gap between climate anxiety and concrete operational transition roadmaps.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9300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Navigating the Climate Crisis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3397299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438400"/>
            <a:ext cx="3397299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438400"/>
            <a:ext cx="3397299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7336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057275" y="3590925"/>
            <a:ext cx="19702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2D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Analyze &amp; Assess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57275" y="4019550"/>
            <a:ext cx="280674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Seamlessly estimate complex greenhouse gas (GHG) profiles across Scope 1, 2, and 3 using our AI-driven assessment wizard.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7336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692699" y="3590925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2D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Planning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92699" y="4019550"/>
            <a:ext cx="2806749" cy="664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Pull from a verified repository of over 750 custom mitigation tasks to structure a tailored, realistic sustainability timeline.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7336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328124" y="3590925"/>
            <a:ext cx="24303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2D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Compliant Reporting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328124" y="4019550"/>
            <a:ext cx="2806749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Generate fully localized, audit-ready disclosures aligned precisely with UN Sustainable Development Goals and TCFD standards.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62062" y="2895600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0812" y="289560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2911" y="2895600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Introducing EcoAction AI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387304"/>
            <a:ext cx="5095875" cy="6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995487" y="3028950"/>
            <a:ext cx="26289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35%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995487" y="4362450"/>
            <a:ext cx="2628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64E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Average Emissions Saved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34125" y="2599283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Targeting Key Operational Spheres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34125" y="2875508"/>
            <a:ext cx="5095875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Sustainably optimizing facility energy patterns and vendor logistics translates directly into massive carbon intensity reduction.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34125" y="3742580"/>
            <a:ext cx="50958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core carbon math utilizes highly verified, dynamically selected international conversion standards: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7255" y="4587329"/>
            <a:ext cx="4049613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The Decarbonization Impact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52550"/>
            <a:ext cx="10668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295400" y="5202138"/>
            <a:ext cx="960120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Corporate data confirms Scope 3 (Supply Chain) typically dominates carbon output, underscoring the critical need for comprehensive collaborative digital tracking tools like EcoAction AI.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Corporate Carbon Distribution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904875" y="571500"/>
            <a:ext cx="54506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Personalized Action Plans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762000" y="2838598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Structured Practical Solutions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3352948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Our platform filters actions based on your exact sector constraints, localized weather databases, and financial capabilities.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62000" y="3954809"/>
            <a:ext cx="5334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Every step inside the generated roadmap includes solid operational business cases, estimated ROI, and carbon offset math to simplify stakeholders approval cycles.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1762125" y="2752427"/>
            <a:ext cx="9096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Agentic Core: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Multi-agent system leveraging LLMs orchestrated via LangChain to act as a secure, domain-expert corporate climate coach.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1762125" y="3463825"/>
            <a:ext cx="9096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Dynamic ESG Vector Store: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Keeps global disclosure rules (AASB S2, TCFD, GRI) and updated national carbon grid values securely indexed.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1762125" y="4175224"/>
            <a:ext cx="909637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2D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Verification &amp; Guardrails:</a:t>
            </a:r>
            <a:r>
              <a:rPr b="0" i="0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Integrated compliance validating algorithms ensuring zero synthetic halluncinations in generated regulatory disclosure files.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77623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48763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19903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AI Engine Architecture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1"/>
          <p:cNvGraphicFramePr/>
          <p:nvPr/>
        </p:nvGraphicFramePr>
        <p:xfrm>
          <a:off x="762000" y="2612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{C8AF625B-0F1A-4E00-85A2-CCC86280982D}</a:tableStyleId>
              </a:tblPr>
              <a:tblGrid>
                <a:gridCol w="2375900"/>
                <a:gridCol w="2199375"/>
                <a:gridCol w="2905125"/>
                <a:gridCol w="3187600"/>
              </a:tblGrid>
              <a:tr h="5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64E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Feature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64E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Starter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64E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Professional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64E3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Enterprise Custom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BF7"/>
                    </a:solidFill>
                  </a:tcPr>
                </a:tc>
              </a:tr>
              <a:tr h="5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Carbon Estimator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Scope 1 &amp;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Multi-Facility Scope 1,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Scope 1, 2, 3 Supply 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Roadmap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 15 general 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custom sectoral plans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optimized pipelines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Disclosures Generator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PDF summary report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TCFD aligned compliance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ESG regulatory formats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Virtual Assistant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chatbot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24/7 dedicated advisor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A556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local vector deployment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1"/>
          <p:cNvSpPr/>
          <p:nvPr/>
        </p:nvSpPr>
        <p:spPr>
          <a:xfrm>
            <a:off x="762000" y="3125837"/>
            <a:ext cx="2375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137892" y="3125837"/>
            <a:ext cx="219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337274" y="3125837"/>
            <a:ext cx="2905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242399" y="3125837"/>
            <a:ext cx="3187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762000" y="3623518"/>
            <a:ext cx="2375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137892" y="3623518"/>
            <a:ext cx="219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337274" y="3623518"/>
            <a:ext cx="2905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242399" y="3623518"/>
            <a:ext cx="3187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62000" y="4121199"/>
            <a:ext cx="2375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37892" y="4121199"/>
            <a:ext cx="219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337274" y="4121199"/>
            <a:ext cx="2905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242399" y="4121199"/>
            <a:ext cx="3187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62000" y="4618880"/>
            <a:ext cx="23758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137892" y="4618880"/>
            <a:ext cx="219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337274" y="4618880"/>
            <a:ext cx="29051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242399" y="4618880"/>
            <a:ext cx="3187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Plan Options &amp; Feature Grid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762000" y="4029075"/>
            <a:ext cx="10668000" cy="571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703328" y="4343400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Baseline Auditing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762000" y="4705350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Track metrics and construct initial operational carbon footprint via the wizard.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477037" y="2850058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Goal Formulation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3535709" y="3212008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Select targets from our library of 750+ localized, industry-specific recommendations.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250747" y="4343400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Action Deployment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309419" y="4705350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Implement energy optimizations and sustainable supply chain procurement guidelines.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9024457" y="2564308"/>
            <a:ext cx="246421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4E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Compliance Disclosure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083129" y="3212008"/>
            <a:ext cx="234687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Review compliance indicators and compile verified, publication-ready TCFD reports.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Roadmap to Corporate Net-Zero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821135" y="3943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594845" y="3943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368554" y="3943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0142264" y="3943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52550"/>
            <a:ext cx="1066800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1295400" y="4649688"/>
            <a:ext cx="9601200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Transition planning guarantees strategic, year-on-year improvements, establishing a proven blueprint to slash operational carbon output by 66% within three years.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Emission Reduction Outlook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